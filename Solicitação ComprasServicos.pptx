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60" r:id="rId5"/>
    <p:sldId id="363" r:id="rId6"/>
    <p:sldId id="364" r:id="rId7"/>
    <p:sldId id="365" r:id="rId8"/>
    <p:sldId id="367" r:id="rId9"/>
    <p:sldId id="369" r:id="rId10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ristiane Rodrigues dos Santos Lobianco" initials="CRdSL" lastIdx="1" clrIdx="0">
    <p:extLst>
      <p:ext uri="{19B8F6BF-5375-455C-9EA6-DF929625EA0E}">
        <p15:presenceInfo xmlns:p15="http://schemas.microsoft.com/office/powerpoint/2012/main" userId="S-1-5-21-970993383-930416683-1458450816-1635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DDDDDD"/>
    <a:srgbClr val="FFFFCC"/>
    <a:srgbClr val="E5FEFF"/>
    <a:srgbClr val="FFFF99"/>
    <a:srgbClr val="A483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87" autoAdjust="0"/>
    <p:restoredTop sz="81132" autoAdjust="0"/>
  </p:normalViewPr>
  <p:slideViewPr>
    <p:cSldViewPr showGuides="1">
      <p:cViewPr varScale="1">
        <p:scale>
          <a:sx n="69" d="100"/>
          <a:sy n="69" d="100"/>
        </p:scale>
        <p:origin x="1277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85" d="100"/>
          <a:sy n="85" d="100"/>
        </p:scale>
        <p:origin x="-3834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CD96A28-1AF6-4BF8-97E8-442D5F054D82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3826565C-C0C4-4710-9A5D-20D49708D370}">
      <dgm:prSet/>
      <dgm:spPr/>
      <dgm:t>
        <a:bodyPr/>
        <a:lstStyle/>
        <a:p>
          <a:r>
            <a:rPr lang="pt-BR" dirty="0"/>
            <a:t>Solicitante</a:t>
          </a:r>
        </a:p>
      </dgm:t>
    </dgm:pt>
    <dgm:pt modelId="{692C97FF-FD57-46C3-8C53-86D0C7E161B5}" type="parTrans" cxnId="{F6C606F0-28C5-4A7A-98F1-FBDF80A649FB}">
      <dgm:prSet/>
      <dgm:spPr/>
      <dgm:t>
        <a:bodyPr/>
        <a:lstStyle/>
        <a:p>
          <a:endParaRPr lang="pt-BR"/>
        </a:p>
      </dgm:t>
    </dgm:pt>
    <dgm:pt modelId="{014027B8-1096-4ADB-B34F-A5114EC69919}" type="sibTrans" cxnId="{F6C606F0-28C5-4A7A-98F1-FBDF80A649FB}">
      <dgm:prSet/>
      <dgm:spPr/>
      <dgm:t>
        <a:bodyPr/>
        <a:lstStyle/>
        <a:p>
          <a:endParaRPr lang="pt-BR"/>
        </a:p>
      </dgm:t>
    </dgm:pt>
    <dgm:pt modelId="{7A417610-404C-4B94-8400-56B6532738D4}">
      <dgm:prSet/>
      <dgm:spPr/>
      <dgm:t>
        <a:bodyPr/>
        <a:lstStyle/>
        <a:p>
          <a:r>
            <a:rPr lang="pt-BR" dirty="0"/>
            <a:t>Preencher o formulário.</a:t>
          </a:r>
        </a:p>
      </dgm:t>
    </dgm:pt>
    <dgm:pt modelId="{3417C9F0-6162-4D00-A962-C2744BCE0688}" type="parTrans" cxnId="{D6AC349B-CE51-44C6-85D3-990F3933C076}">
      <dgm:prSet/>
      <dgm:spPr/>
      <dgm:t>
        <a:bodyPr/>
        <a:lstStyle/>
        <a:p>
          <a:endParaRPr lang="pt-BR"/>
        </a:p>
      </dgm:t>
    </dgm:pt>
    <dgm:pt modelId="{C633C317-CED0-445C-A270-4D8AFBFC46EA}" type="sibTrans" cxnId="{D6AC349B-CE51-44C6-85D3-990F3933C076}">
      <dgm:prSet/>
      <dgm:spPr/>
      <dgm:t>
        <a:bodyPr/>
        <a:lstStyle/>
        <a:p>
          <a:endParaRPr lang="pt-BR"/>
        </a:p>
      </dgm:t>
    </dgm:pt>
    <dgm:pt modelId="{7D19369D-B505-4820-A16B-D34959692589}">
      <dgm:prSet/>
      <dgm:spPr/>
      <dgm:t>
        <a:bodyPr/>
        <a:lstStyle/>
        <a:p>
          <a:r>
            <a:rPr lang="pt-BR" dirty="0"/>
            <a:t>Gestor Centro de Custo</a:t>
          </a:r>
        </a:p>
      </dgm:t>
    </dgm:pt>
    <dgm:pt modelId="{AC2E12B2-4A96-45BA-B909-E7C7794B96C5}" type="parTrans" cxnId="{FC9F028A-468C-4A79-887B-953F21D52F71}">
      <dgm:prSet/>
      <dgm:spPr/>
      <dgm:t>
        <a:bodyPr/>
        <a:lstStyle/>
        <a:p>
          <a:endParaRPr lang="pt-BR"/>
        </a:p>
      </dgm:t>
    </dgm:pt>
    <dgm:pt modelId="{19A9DD09-90C1-47EA-A696-162A91A5A602}" type="sibTrans" cxnId="{FC9F028A-468C-4A79-887B-953F21D52F71}">
      <dgm:prSet/>
      <dgm:spPr/>
      <dgm:t>
        <a:bodyPr/>
        <a:lstStyle/>
        <a:p>
          <a:endParaRPr lang="pt-BR"/>
        </a:p>
      </dgm:t>
    </dgm:pt>
    <dgm:pt modelId="{5916C1D6-80EB-44EA-9391-7CFE3D3ADBD9}">
      <dgm:prSet/>
      <dgm:spPr/>
      <dgm:t>
        <a:bodyPr/>
        <a:lstStyle/>
        <a:p>
          <a:r>
            <a:rPr lang="pt-BR" dirty="0"/>
            <a:t>Validar solicitação</a:t>
          </a:r>
        </a:p>
      </dgm:t>
    </dgm:pt>
    <dgm:pt modelId="{BC8FF09B-2BAE-4233-A0CC-034215038697}" type="parTrans" cxnId="{F4258577-34BD-4115-A32B-800937BEFD98}">
      <dgm:prSet/>
      <dgm:spPr/>
      <dgm:t>
        <a:bodyPr/>
        <a:lstStyle/>
        <a:p>
          <a:endParaRPr lang="pt-BR"/>
        </a:p>
      </dgm:t>
    </dgm:pt>
    <dgm:pt modelId="{9F9508E3-DEEB-4B12-BB82-5353B0C905DD}" type="sibTrans" cxnId="{F4258577-34BD-4115-A32B-800937BEFD98}">
      <dgm:prSet/>
      <dgm:spPr/>
      <dgm:t>
        <a:bodyPr/>
        <a:lstStyle/>
        <a:p>
          <a:endParaRPr lang="pt-BR"/>
        </a:p>
      </dgm:t>
    </dgm:pt>
    <dgm:pt modelId="{8B1EB267-0702-42B3-A26E-6D8C2D1DB4DC}">
      <dgm:prSet/>
      <dgm:spPr/>
      <dgm:t>
        <a:bodyPr/>
        <a:lstStyle/>
        <a:p>
          <a:r>
            <a:rPr lang="pt-BR" dirty="0"/>
            <a:t>Gestor Divisão Administrativa</a:t>
          </a:r>
        </a:p>
      </dgm:t>
    </dgm:pt>
    <dgm:pt modelId="{5B393D69-E22A-4721-A6D4-8CBB00A3D0EA}" type="parTrans" cxnId="{6B694BBB-3DDF-4CAD-98F0-B0489BCB0A79}">
      <dgm:prSet/>
      <dgm:spPr/>
      <dgm:t>
        <a:bodyPr/>
        <a:lstStyle/>
        <a:p>
          <a:endParaRPr lang="pt-BR"/>
        </a:p>
      </dgm:t>
    </dgm:pt>
    <dgm:pt modelId="{973AF24D-BD30-4C80-80D2-C839D581EE56}" type="sibTrans" cxnId="{6B694BBB-3DDF-4CAD-98F0-B0489BCB0A79}">
      <dgm:prSet/>
      <dgm:spPr/>
      <dgm:t>
        <a:bodyPr/>
        <a:lstStyle/>
        <a:p>
          <a:endParaRPr lang="pt-BR"/>
        </a:p>
      </dgm:t>
    </dgm:pt>
    <dgm:pt modelId="{A2E6F93C-65A5-4F2E-B225-5E7B6C1AB6D3}">
      <dgm:prSet/>
      <dgm:spPr/>
      <dgm:t>
        <a:bodyPr/>
        <a:lstStyle/>
        <a:p>
          <a:r>
            <a:rPr lang="pt-BR" dirty="0"/>
            <a:t>Validar solicitação</a:t>
          </a:r>
        </a:p>
      </dgm:t>
    </dgm:pt>
    <dgm:pt modelId="{21335282-1D07-43A4-AE20-5DA3F3E67BC0}" type="parTrans" cxnId="{583113D9-94E5-47DB-BA54-88C58FB82418}">
      <dgm:prSet/>
      <dgm:spPr/>
      <dgm:t>
        <a:bodyPr/>
        <a:lstStyle/>
        <a:p>
          <a:endParaRPr lang="pt-BR"/>
        </a:p>
      </dgm:t>
    </dgm:pt>
    <dgm:pt modelId="{64703E8A-FF8A-4F1D-AFEF-21FC7D1D87FE}" type="sibTrans" cxnId="{583113D9-94E5-47DB-BA54-88C58FB82418}">
      <dgm:prSet/>
      <dgm:spPr/>
      <dgm:t>
        <a:bodyPr/>
        <a:lstStyle/>
        <a:p>
          <a:endParaRPr lang="pt-BR"/>
        </a:p>
      </dgm:t>
    </dgm:pt>
    <dgm:pt modelId="{D66DF890-FC51-4941-8BE4-99148A2449FD}" type="pres">
      <dgm:prSet presAssocID="{3CD96A28-1AF6-4BF8-97E8-442D5F054D82}" presName="Name0" presStyleCnt="0">
        <dgm:presLayoutVars>
          <dgm:dir/>
          <dgm:animLvl val="lvl"/>
          <dgm:resizeHandles val="exact"/>
        </dgm:presLayoutVars>
      </dgm:prSet>
      <dgm:spPr/>
    </dgm:pt>
    <dgm:pt modelId="{31A9A926-275D-490E-AA4C-3A1C38614D7D}" type="pres">
      <dgm:prSet presAssocID="{3826565C-C0C4-4710-9A5D-20D49708D370}" presName="composite" presStyleCnt="0"/>
      <dgm:spPr/>
    </dgm:pt>
    <dgm:pt modelId="{5615029F-B8EE-4693-ACCD-7A574F0CBDB5}" type="pres">
      <dgm:prSet presAssocID="{3826565C-C0C4-4710-9A5D-20D49708D370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915C1E27-C158-461E-B395-F8B824098BB1}" type="pres">
      <dgm:prSet presAssocID="{3826565C-C0C4-4710-9A5D-20D49708D370}" presName="desTx" presStyleLbl="alignAccFollowNode1" presStyleIdx="0" presStyleCnt="3">
        <dgm:presLayoutVars>
          <dgm:bulletEnabled val="1"/>
        </dgm:presLayoutVars>
      </dgm:prSet>
      <dgm:spPr/>
    </dgm:pt>
    <dgm:pt modelId="{3D242C2B-1E64-4192-B4A8-95FE9BA612C0}" type="pres">
      <dgm:prSet presAssocID="{014027B8-1096-4ADB-B34F-A5114EC69919}" presName="space" presStyleCnt="0"/>
      <dgm:spPr/>
    </dgm:pt>
    <dgm:pt modelId="{CA5BE40E-6CB0-47B1-BCAC-AC9822FD6D77}" type="pres">
      <dgm:prSet presAssocID="{7D19369D-B505-4820-A16B-D34959692589}" presName="composite" presStyleCnt="0"/>
      <dgm:spPr/>
    </dgm:pt>
    <dgm:pt modelId="{C5A15CEA-636D-4DCC-9791-D708AFCB94D0}" type="pres">
      <dgm:prSet presAssocID="{7D19369D-B505-4820-A16B-D34959692589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D2B0B62E-32A3-44A3-904D-75B06CDF8430}" type="pres">
      <dgm:prSet presAssocID="{7D19369D-B505-4820-A16B-D34959692589}" presName="desTx" presStyleLbl="alignAccFollowNode1" presStyleIdx="1" presStyleCnt="3">
        <dgm:presLayoutVars>
          <dgm:bulletEnabled val="1"/>
        </dgm:presLayoutVars>
      </dgm:prSet>
      <dgm:spPr/>
    </dgm:pt>
    <dgm:pt modelId="{F4DA5B8B-3890-4EB7-B889-3C7F13EF67EA}" type="pres">
      <dgm:prSet presAssocID="{19A9DD09-90C1-47EA-A696-162A91A5A602}" presName="space" presStyleCnt="0"/>
      <dgm:spPr/>
    </dgm:pt>
    <dgm:pt modelId="{FE200AA7-4704-4F48-9CA3-0F81C5ED61FE}" type="pres">
      <dgm:prSet presAssocID="{8B1EB267-0702-42B3-A26E-6D8C2D1DB4DC}" presName="composite" presStyleCnt="0"/>
      <dgm:spPr/>
    </dgm:pt>
    <dgm:pt modelId="{0BBCB443-7864-4E71-9E2E-2489DE3CD69A}" type="pres">
      <dgm:prSet presAssocID="{8B1EB267-0702-42B3-A26E-6D8C2D1DB4DC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18454111-EC10-440C-A0B9-F673544CAECB}" type="pres">
      <dgm:prSet presAssocID="{8B1EB267-0702-42B3-A26E-6D8C2D1DB4DC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50E37917-C83B-424E-855B-0CB8CE3569EA}" type="presOf" srcId="{7A417610-404C-4B94-8400-56B6532738D4}" destId="{915C1E27-C158-461E-B395-F8B824098BB1}" srcOrd="0" destOrd="0" presId="urn:microsoft.com/office/officeart/2005/8/layout/hList1"/>
    <dgm:cxn modelId="{FB0E7B1F-9B5B-4BDE-8866-1D2F7264CB25}" type="presOf" srcId="{5916C1D6-80EB-44EA-9391-7CFE3D3ADBD9}" destId="{D2B0B62E-32A3-44A3-904D-75B06CDF8430}" srcOrd="0" destOrd="0" presId="urn:microsoft.com/office/officeart/2005/8/layout/hList1"/>
    <dgm:cxn modelId="{3B28F237-6E93-4D18-97E1-115548D65755}" type="presOf" srcId="{7D19369D-B505-4820-A16B-D34959692589}" destId="{C5A15CEA-636D-4DCC-9791-D708AFCB94D0}" srcOrd="0" destOrd="0" presId="urn:microsoft.com/office/officeart/2005/8/layout/hList1"/>
    <dgm:cxn modelId="{53929048-5A88-447D-84DE-1B4CF6D88559}" type="presOf" srcId="{3826565C-C0C4-4710-9A5D-20D49708D370}" destId="{5615029F-B8EE-4693-ACCD-7A574F0CBDB5}" srcOrd="0" destOrd="0" presId="urn:microsoft.com/office/officeart/2005/8/layout/hList1"/>
    <dgm:cxn modelId="{F4258577-34BD-4115-A32B-800937BEFD98}" srcId="{7D19369D-B505-4820-A16B-D34959692589}" destId="{5916C1D6-80EB-44EA-9391-7CFE3D3ADBD9}" srcOrd="0" destOrd="0" parTransId="{BC8FF09B-2BAE-4233-A0CC-034215038697}" sibTransId="{9F9508E3-DEEB-4B12-BB82-5353B0C905DD}"/>
    <dgm:cxn modelId="{FC9F028A-468C-4A79-887B-953F21D52F71}" srcId="{3CD96A28-1AF6-4BF8-97E8-442D5F054D82}" destId="{7D19369D-B505-4820-A16B-D34959692589}" srcOrd="1" destOrd="0" parTransId="{AC2E12B2-4A96-45BA-B909-E7C7794B96C5}" sibTransId="{19A9DD09-90C1-47EA-A696-162A91A5A602}"/>
    <dgm:cxn modelId="{D6AC349B-CE51-44C6-85D3-990F3933C076}" srcId="{3826565C-C0C4-4710-9A5D-20D49708D370}" destId="{7A417610-404C-4B94-8400-56B6532738D4}" srcOrd="0" destOrd="0" parTransId="{3417C9F0-6162-4D00-A962-C2744BCE0688}" sibTransId="{C633C317-CED0-445C-A270-4D8AFBFC46EA}"/>
    <dgm:cxn modelId="{6B694BBB-3DDF-4CAD-98F0-B0489BCB0A79}" srcId="{3CD96A28-1AF6-4BF8-97E8-442D5F054D82}" destId="{8B1EB267-0702-42B3-A26E-6D8C2D1DB4DC}" srcOrd="2" destOrd="0" parTransId="{5B393D69-E22A-4721-A6D4-8CBB00A3D0EA}" sibTransId="{973AF24D-BD30-4C80-80D2-C839D581EE56}"/>
    <dgm:cxn modelId="{D564A0BF-50A2-4A20-A959-7617B5B5E6D3}" type="presOf" srcId="{3CD96A28-1AF6-4BF8-97E8-442D5F054D82}" destId="{D66DF890-FC51-4941-8BE4-99148A2449FD}" srcOrd="0" destOrd="0" presId="urn:microsoft.com/office/officeart/2005/8/layout/hList1"/>
    <dgm:cxn modelId="{583113D9-94E5-47DB-BA54-88C58FB82418}" srcId="{8B1EB267-0702-42B3-A26E-6D8C2D1DB4DC}" destId="{A2E6F93C-65A5-4F2E-B225-5E7B6C1AB6D3}" srcOrd="0" destOrd="0" parTransId="{21335282-1D07-43A4-AE20-5DA3F3E67BC0}" sibTransId="{64703E8A-FF8A-4F1D-AFEF-21FC7D1D87FE}"/>
    <dgm:cxn modelId="{4CACF4DF-2E67-4D09-BF39-151B0A435E86}" type="presOf" srcId="{A2E6F93C-65A5-4F2E-B225-5E7B6C1AB6D3}" destId="{18454111-EC10-440C-A0B9-F673544CAECB}" srcOrd="0" destOrd="0" presId="urn:microsoft.com/office/officeart/2005/8/layout/hList1"/>
    <dgm:cxn modelId="{F6C606F0-28C5-4A7A-98F1-FBDF80A649FB}" srcId="{3CD96A28-1AF6-4BF8-97E8-442D5F054D82}" destId="{3826565C-C0C4-4710-9A5D-20D49708D370}" srcOrd="0" destOrd="0" parTransId="{692C97FF-FD57-46C3-8C53-86D0C7E161B5}" sibTransId="{014027B8-1096-4ADB-B34F-A5114EC69919}"/>
    <dgm:cxn modelId="{0257A4FB-BBF3-4212-AF75-7CB43A44DD17}" type="presOf" srcId="{8B1EB267-0702-42B3-A26E-6D8C2D1DB4DC}" destId="{0BBCB443-7864-4E71-9E2E-2489DE3CD69A}" srcOrd="0" destOrd="0" presId="urn:microsoft.com/office/officeart/2005/8/layout/hList1"/>
    <dgm:cxn modelId="{ACC7CEDF-03D2-4339-AAFD-A33BD4EB85B2}" type="presParOf" srcId="{D66DF890-FC51-4941-8BE4-99148A2449FD}" destId="{31A9A926-275D-490E-AA4C-3A1C38614D7D}" srcOrd="0" destOrd="0" presId="urn:microsoft.com/office/officeart/2005/8/layout/hList1"/>
    <dgm:cxn modelId="{E8DA5D61-DA35-49D8-8079-72EE86B13BEA}" type="presParOf" srcId="{31A9A926-275D-490E-AA4C-3A1C38614D7D}" destId="{5615029F-B8EE-4693-ACCD-7A574F0CBDB5}" srcOrd="0" destOrd="0" presId="urn:microsoft.com/office/officeart/2005/8/layout/hList1"/>
    <dgm:cxn modelId="{02001FCA-FF31-477E-A5B9-B0DFE0EAE34B}" type="presParOf" srcId="{31A9A926-275D-490E-AA4C-3A1C38614D7D}" destId="{915C1E27-C158-461E-B395-F8B824098BB1}" srcOrd="1" destOrd="0" presId="urn:microsoft.com/office/officeart/2005/8/layout/hList1"/>
    <dgm:cxn modelId="{C8AB0BE4-25E9-41C1-AF50-EBDF4C811D02}" type="presParOf" srcId="{D66DF890-FC51-4941-8BE4-99148A2449FD}" destId="{3D242C2B-1E64-4192-B4A8-95FE9BA612C0}" srcOrd="1" destOrd="0" presId="urn:microsoft.com/office/officeart/2005/8/layout/hList1"/>
    <dgm:cxn modelId="{A9D66BEA-F18E-4F53-B13D-596B6621E9AF}" type="presParOf" srcId="{D66DF890-FC51-4941-8BE4-99148A2449FD}" destId="{CA5BE40E-6CB0-47B1-BCAC-AC9822FD6D77}" srcOrd="2" destOrd="0" presId="urn:microsoft.com/office/officeart/2005/8/layout/hList1"/>
    <dgm:cxn modelId="{95465D63-A3F9-4757-A879-29932A500DE7}" type="presParOf" srcId="{CA5BE40E-6CB0-47B1-BCAC-AC9822FD6D77}" destId="{C5A15CEA-636D-4DCC-9791-D708AFCB94D0}" srcOrd="0" destOrd="0" presId="urn:microsoft.com/office/officeart/2005/8/layout/hList1"/>
    <dgm:cxn modelId="{9A956F40-CC70-47A5-A345-453488272F09}" type="presParOf" srcId="{CA5BE40E-6CB0-47B1-BCAC-AC9822FD6D77}" destId="{D2B0B62E-32A3-44A3-904D-75B06CDF8430}" srcOrd="1" destOrd="0" presId="urn:microsoft.com/office/officeart/2005/8/layout/hList1"/>
    <dgm:cxn modelId="{D687C38E-40A4-4BC8-9FBF-FC5C0A320168}" type="presParOf" srcId="{D66DF890-FC51-4941-8BE4-99148A2449FD}" destId="{F4DA5B8B-3890-4EB7-B889-3C7F13EF67EA}" srcOrd="3" destOrd="0" presId="urn:microsoft.com/office/officeart/2005/8/layout/hList1"/>
    <dgm:cxn modelId="{CD99147D-80B7-43D0-9E61-678B9AA06BC4}" type="presParOf" srcId="{D66DF890-FC51-4941-8BE4-99148A2449FD}" destId="{FE200AA7-4704-4F48-9CA3-0F81C5ED61FE}" srcOrd="4" destOrd="0" presId="urn:microsoft.com/office/officeart/2005/8/layout/hList1"/>
    <dgm:cxn modelId="{2BE2AC85-0D92-43FE-AFE0-BDDCEBD455BF}" type="presParOf" srcId="{FE200AA7-4704-4F48-9CA3-0F81C5ED61FE}" destId="{0BBCB443-7864-4E71-9E2E-2489DE3CD69A}" srcOrd="0" destOrd="0" presId="urn:microsoft.com/office/officeart/2005/8/layout/hList1"/>
    <dgm:cxn modelId="{84B44CC3-BD2D-437C-A223-DEDD7B392C5D}" type="presParOf" srcId="{FE200AA7-4704-4F48-9CA3-0F81C5ED61FE}" destId="{18454111-EC10-440C-A0B9-F673544CAEC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15029F-B8EE-4693-ACCD-7A574F0CBDB5}">
      <dsp:nvSpPr>
        <dsp:cNvPr id="0" name=""/>
        <dsp:cNvSpPr/>
      </dsp:nvSpPr>
      <dsp:spPr>
        <a:xfrm>
          <a:off x="2790" y="1052541"/>
          <a:ext cx="2720552" cy="10699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100" kern="1200" dirty="0"/>
            <a:t>Solicitante</a:t>
          </a:r>
        </a:p>
      </dsp:txBody>
      <dsp:txXfrm>
        <a:off x="2790" y="1052541"/>
        <a:ext cx="2720552" cy="1069900"/>
      </dsp:txXfrm>
    </dsp:sp>
    <dsp:sp modelId="{915C1E27-C158-461E-B395-F8B824098BB1}">
      <dsp:nvSpPr>
        <dsp:cNvPr id="0" name=""/>
        <dsp:cNvSpPr/>
      </dsp:nvSpPr>
      <dsp:spPr>
        <a:xfrm>
          <a:off x="2790" y="2122442"/>
          <a:ext cx="2720552" cy="13615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354" tIns="165354" rIns="220472" bIns="248031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3100" kern="1200" dirty="0"/>
            <a:t>Preencher o formulário.</a:t>
          </a:r>
        </a:p>
      </dsp:txBody>
      <dsp:txXfrm>
        <a:off x="2790" y="2122442"/>
        <a:ext cx="2720552" cy="1361520"/>
      </dsp:txXfrm>
    </dsp:sp>
    <dsp:sp modelId="{C5A15CEA-636D-4DCC-9791-D708AFCB94D0}">
      <dsp:nvSpPr>
        <dsp:cNvPr id="0" name=""/>
        <dsp:cNvSpPr/>
      </dsp:nvSpPr>
      <dsp:spPr>
        <a:xfrm>
          <a:off x="3104219" y="1052541"/>
          <a:ext cx="2720552" cy="10699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100" kern="1200" dirty="0"/>
            <a:t>Gestor Centro de Custo</a:t>
          </a:r>
        </a:p>
      </dsp:txBody>
      <dsp:txXfrm>
        <a:off x="3104219" y="1052541"/>
        <a:ext cx="2720552" cy="1069900"/>
      </dsp:txXfrm>
    </dsp:sp>
    <dsp:sp modelId="{D2B0B62E-32A3-44A3-904D-75B06CDF8430}">
      <dsp:nvSpPr>
        <dsp:cNvPr id="0" name=""/>
        <dsp:cNvSpPr/>
      </dsp:nvSpPr>
      <dsp:spPr>
        <a:xfrm>
          <a:off x="3104219" y="2122442"/>
          <a:ext cx="2720552" cy="13615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354" tIns="165354" rIns="220472" bIns="248031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3100" kern="1200" dirty="0"/>
            <a:t>Validar solicitação</a:t>
          </a:r>
        </a:p>
      </dsp:txBody>
      <dsp:txXfrm>
        <a:off x="3104219" y="2122442"/>
        <a:ext cx="2720552" cy="1361520"/>
      </dsp:txXfrm>
    </dsp:sp>
    <dsp:sp modelId="{0BBCB443-7864-4E71-9E2E-2489DE3CD69A}">
      <dsp:nvSpPr>
        <dsp:cNvPr id="0" name=""/>
        <dsp:cNvSpPr/>
      </dsp:nvSpPr>
      <dsp:spPr>
        <a:xfrm>
          <a:off x="6205649" y="1052541"/>
          <a:ext cx="2720552" cy="10699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100" kern="1200" dirty="0"/>
            <a:t>Gestor Divisão Administrativa</a:t>
          </a:r>
        </a:p>
      </dsp:txBody>
      <dsp:txXfrm>
        <a:off x="6205649" y="1052541"/>
        <a:ext cx="2720552" cy="1069900"/>
      </dsp:txXfrm>
    </dsp:sp>
    <dsp:sp modelId="{18454111-EC10-440C-A0B9-F673544CAECB}">
      <dsp:nvSpPr>
        <dsp:cNvPr id="0" name=""/>
        <dsp:cNvSpPr/>
      </dsp:nvSpPr>
      <dsp:spPr>
        <a:xfrm>
          <a:off x="6205649" y="2122442"/>
          <a:ext cx="2720552" cy="13615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354" tIns="165354" rIns="220472" bIns="248031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3100" kern="1200" dirty="0"/>
            <a:t>Validar solicitação</a:t>
          </a:r>
        </a:p>
      </dsp:txBody>
      <dsp:txXfrm>
        <a:off x="6205649" y="2122442"/>
        <a:ext cx="2720552" cy="13615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D22E44-98EB-41F2-A5A3-DC9366D96C52}" type="datetimeFigureOut">
              <a:rPr lang="pt-BR" smtClean="0"/>
              <a:pPr/>
              <a:t>24/03/2021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CF49D4-11F0-4902-8E8F-39DA3DE9C75A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06974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5D20E7-273D-4BCD-A33C-33C20D53B536}" type="datetimeFigureOut">
              <a:rPr lang="pt-BR" smtClean="0"/>
              <a:t>24/03/2021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EF6329-8270-4198-B6A5-1ADCDEE4C2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9930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EF6329-8270-4198-B6A5-1ADCDEE4C2CE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45633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F6329-8270-4198-B6A5-1ADCDEE4C2CE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56555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F6329-8270-4198-B6A5-1ADCDEE4C2CE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8029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3568" y="2708920"/>
            <a:ext cx="7772400" cy="1152128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347864" y="4005064"/>
            <a:ext cx="5112568" cy="1008112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974904" y="6492875"/>
            <a:ext cx="21336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FE863AB3-1080-4390-A188-E6CAFC806C88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1268760"/>
            <a:ext cx="6131024" cy="504056"/>
          </a:xfrm>
        </p:spPr>
        <p:txBody>
          <a:bodyPr>
            <a:normAutofit/>
          </a:bodyPr>
          <a:lstStyle>
            <a:lvl1pPr algn="l">
              <a:defRPr sz="2400" b="1">
                <a:solidFill>
                  <a:schemeClr val="accent1">
                    <a:lumMod val="75000"/>
                  </a:schemeClr>
                </a:solidFill>
                <a:latin typeface="Arial Narrow" pitchFamily="34" charset="0"/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7544" y="2060848"/>
            <a:ext cx="8229600" cy="3456384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  <a:lvl2pPr>
              <a:buClr>
                <a:schemeClr val="accent4"/>
              </a:buClr>
              <a:defRPr/>
            </a:lvl2pPr>
            <a:lvl3pPr>
              <a:buClr>
                <a:schemeClr val="accent4"/>
              </a:buClr>
              <a:defRPr/>
            </a:lvl3pPr>
            <a:lvl4pPr>
              <a:buClr>
                <a:schemeClr val="accent4"/>
              </a:buClr>
              <a:defRPr/>
            </a:lvl4pPr>
            <a:lvl5pPr>
              <a:buClr>
                <a:schemeClr val="accent4"/>
              </a:buClr>
              <a:defRPr/>
            </a:lvl5pPr>
          </a:lstStyle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974904" y="6492875"/>
            <a:ext cx="21336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FE863AB3-1080-4390-A188-E6CAFC806C88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8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974904" y="6492875"/>
            <a:ext cx="21336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FE863AB3-1080-4390-A188-E6CAFC806C8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9" name="Título 1"/>
          <p:cNvSpPr>
            <a:spLocks noGrp="1"/>
          </p:cNvSpPr>
          <p:nvPr>
            <p:ph type="title"/>
          </p:nvPr>
        </p:nvSpPr>
        <p:spPr>
          <a:xfrm>
            <a:off x="2555776" y="836712"/>
            <a:ext cx="6131024" cy="504056"/>
          </a:xfrm>
        </p:spPr>
        <p:txBody>
          <a:bodyPr>
            <a:normAutofit/>
          </a:bodyPr>
          <a:lstStyle>
            <a:lvl1pPr algn="l">
              <a:defRPr sz="2400" b="1">
                <a:solidFill>
                  <a:schemeClr val="accent1">
                    <a:lumMod val="75000"/>
                  </a:schemeClr>
                </a:solidFill>
                <a:latin typeface="Arial Narrow" pitchFamily="34" charset="0"/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10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974904" y="6492875"/>
            <a:ext cx="21336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FE863AB3-1080-4390-A188-E6CAFC806C8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6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6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0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974904" y="6492875"/>
            <a:ext cx="21336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FE863AB3-1080-4390-A188-E6CAFC806C8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1" name="Título 1"/>
          <p:cNvSpPr>
            <a:spLocks noGrp="1"/>
          </p:cNvSpPr>
          <p:nvPr>
            <p:ph type="title"/>
          </p:nvPr>
        </p:nvSpPr>
        <p:spPr>
          <a:xfrm>
            <a:off x="2555776" y="836712"/>
            <a:ext cx="6131024" cy="504056"/>
          </a:xfrm>
        </p:spPr>
        <p:txBody>
          <a:bodyPr>
            <a:normAutofit/>
          </a:bodyPr>
          <a:lstStyle>
            <a:lvl1pPr algn="l">
              <a:defRPr sz="2400" b="1">
                <a:solidFill>
                  <a:schemeClr val="accent1">
                    <a:lumMod val="75000"/>
                  </a:schemeClr>
                </a:solidFill>
                <a:latin typeface="Arial Narrow" pitchFamily="34" charset="0"/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974904" y="6492875"/>
            <a:ext cx="21336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FE863AB3-1080-4390-A188-E6CAFC806C8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7" name="Título 1"/>
          <p:cNvSpPr txBox="1">
            <a:spLocks/>
          </p:cNvSpPr>
          <p:nvPr userDrawn="1"/>
        </p:nvSpPr>
        <p:spPr>
          <a:xfrm>
            <a:off x="2555776" y="836712"/>
            <a:ext cx="613102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 b="1">
                <a:solidFill>
                  <a:schemeClr val="accent1">
                    <a:lumMod val="75000"/>
                  </a:schemeClr>
                </a:solidFill>
                <a:latin typeface="Arial Narrow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 Narrow" pitchFamily="34" charset="0"/>
                <a:ea typeface="+mj-ea"/>
                <a:cs typeface="+mj-cs"/>
              </a:rPr>
              <a:t>Clique para editar o estilo do título mestre</a:t>
            </a:r>
            <a:endParaRPr kumimoji="0" lang="pt-BR" sz="24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Arial Narrow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974904" y="6492875"/>
            <a:ext cx="21336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FE863AB3-1080-4390-A188-E6CAFC806C8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67544" y="1340768"/>
            <a:ext cx="6516216" cy="5809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67544" y="2132856"/>
            <a:ext cx="8229600" cy="35283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587218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92E1F-AD23-4954-8C0A-1311CECCDDB9}" type="datetimeFigureOut">
              <a:rPr lang="pt-BR" smtClean="0"/>
              <a:pPr/>
              <a:t>24/03/2021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587218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587218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863AB3-1080-4390-A188-E6CAFC806C8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"/>
            <a:ext cx="9144000" cy="685746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3200" kern="1200">
          <a:solidFill>
            <a:schemeClr val="tx2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920"/>
            <a:ext cx="9144000" cy="6857464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107504" y="4573577"/>
            <a:ext cx="89289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dirty="0">
                <a:solidFill>
                  <a:schemeClr val="bg1"/>
                </a:solidFill>
                <a:latin typeface="Helvetica" pitchFamily="34" charset="0"/>
              </a:rPr>
              <a:t>Solicitação Compras e Serviços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2" y="620688"/>
            <a:ext cx="7056784" cy="576064"/>
          </a:xfrm>
        </p:spPr>
        <p:txBody>
          <a:bodyPr>
            <a:normAutofit/>
          </a:bodyPr>
          <a:lstStyle/>
          <a:p>
            <a:r>
              <a:rPr lang="pt-BR" sz="2600" dirty="0">
                <a:solidFill>
                  <a:srgbClr val="A48326"/>
                </a:solidFill>
                <a:latin typeface="Helvetica" pitchFamily="34" charset="0"/>
              </a:rPr>
              <a:t>Introdução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79A63A3-83FA-4480-A402-41C034034924}"/>
              </a:ext>
            </a:extLst>
          </p:cNvPr>
          <p:cNvSpPr txBox="1"/>
          <p:nvPr/>
        </p:nvSpPr>
        <p:spPr>
          <a:xfrm>
            <a:off x="683568" y="1700808"/>
            <a:ext cx="784887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000" dirty="0"/>
              <a:t>	A implementação deste processo na </a:t>
            </a:r>
            <a:r>
              <a:rPr lang="pt-BR" sz="3000" dirty="0" err="1"/>
              <a:t>MinhaCNC</a:t>
            </a:r>
            <a:r>
              <a:rPr lang="pt-BR" sz="3000" dirty="0"/>
              <a:t>, tem objetivo centralizar as aprovações em uma plataforma, trazendo mais mobilidade e uma interface mais amigável, com isso não teremos mais a dependência do programa PMS e nem da aprovação via Portal TOTVS.</a:t>
            </a:r>
          </a:p>
          <a:p>
            <a:pPr algn="just"/>
            <a:endParaRPr lang="pt-BR" sz="3000" dirty="0"/>
          </a:p>
        </p:txBody>
      </p:sp>
    </p:spTree>
    <p:extLst>
      <p:ext uri="{BB962C8B-B14F-4D97-AF65-F5344CB8AC3E}">
        <p14:creationId xmlns:p14="http://schemas.microsoft.com/office/powerpoint/2010/main" val="2379599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2" y="620688"/>
            <a:ext cx="7056784" cy="576064"/>
          </a:xfrm>
        </p:spPr>
        <p:txBody>
          <a:bodyPr>
            <a:normAutofit/>
          </a:bodyPr>
          <a:lstStyle/>
          <a:p>
            <a:r>
              <a:rPr lang="pt-BR" sz="2600" dirty="0">
                <a:solidFill>
                  <a:srgbClr val="A48326"/>
                </a:solidFill>
                <a:latin typeface="Helvetica" pitchFamily="34" charset="0"/>
              </a:rPr>
              <a:t>Visão das etapas do processo</a:t>
            </a: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86A1DDCD-AE5C-41F7-8276-220F18A0B5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30616734"/>
              </p:ext>
            </p:extLst>
          </p:nvPr>
        </p:nvGraphicFramePr>
        <p:xfrm>
          <a:off x="107504" y="1484784"/>
          <a:ext cx="8928992" cy="4536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674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2" y="620688"/>
            <a:ext cx="7056784" cy="576064"/>
          </a:xfrm>
        </p:spPr>
        <p:txBody>
          <a:bodyPr>
            <a:normAutofit/>
          </a:bodyPr>
          <a:lstStyle/>
          <a:p>
            <a:r>
              <a:rPr lang="pt-BR" sz="2600" dirty="0">
                <a:solidFill>
                  <a:srgbClr val="A48326"/>
                </a:solidFill>
                <a:latin typeface="Helvetica" pitchFamily="34" charset="0"/>
              </a:rPr>
              <a:t>Solicitante – Preencher formulário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79A63A3-83FA-4480-A402-41C034034924}"/>
              </a:ext>
            </a:extLst>
          </p:cNvPr>
          <p:cNvSpPr txBox="1"/>
          <p:nvPr/>
        </p:nvSpPr>
        <p:spPr>
          <a:xfrm>
            <a:off x="683568" y="1700808"/>
            <a:ext cx="784887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000" dirty="0"/>
              <a:t>	O solicitante irá preencher o formulário do processo informando a Filial, Centro de custo, Observações e Itens que deseja solicitar,  ao final clicar em enviar para avançar o processo para que o Gestor do centro de custo possa validar a solicitação.</a:t>
            </a:r>
          </a:p>
        </p:txBody>
      </p:sp>
    </p:spTree>
    <p:extLst>
      <p:ext uri="{BB962C8B-B14F-4D97-AF65-F5344CB8AC3E}">
        <p14:creationId xmlns:p14="http://schemas.microsoft.com/office/powerpoint/2010/main" val="1302570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2" y="620688"/>
            <a:ext cx="7056784" cy="576064"/>
          </a:xfrm>
        </p:spPr>
        <p:txBody>
          <a:bodyPr>
            <a:normAutofit/>
          </a:bodyPr>
          <a:lstStyle/>
          <a:p>
            <a:r>
              <a:rPr lang="pt-BR" sz="2600" dirty="0">
                <a:solidFill>
                  <a:srgbClr val="A48326"/>
                </a:solidFill>
                <a:latin typeface="Helvetica" pitchFamily="34" charset="0"/>
              </a:rPr>
              <a:t>Gestor CC – Validar solicitação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79A63A3-83FA-4480-A402-41C034034924}"/>
              </a:ext>
            </a:extLst>
          </p:cNvPr>
          <p:cNvSpPr txBox="1"/>
          <p:nvPr/>
        </p:nvSpPr>
        <p:spPr>
          <a:xfrm>
            <a:off x="683568" y="1700808"/>
            <a:ext cx="784887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000" dirty="0"/>
              <a:t>	Nesta etapa o Gestor </a:t>
            </a:r>
            <a:r>
              <a:rPr lang="pt-BR" sz="3000"/>
              <a:t>do Centro de Custo </a:t>
            </a:r>
            <a:r>
              <a:rPr lang="pt-BR" sz="3000" dirty="0"/>
              <a:t>relacionado irá verificar a solicitação e poderá aprovar, avançando a solicitação para o Gestor da Divisão Administrativa, poderá ser cancelado ou devolver para que o solicitante efetue as correções necessárias. </a:t>
            </a:r>
          </a:p>
        </p:txBody>
      </p:sp>
    </p:spTree>
    <p:extLst>
      <p:ext uri="{BB962C8B-B14F-4D97-AF65-F5344CB8AC3E}">
        <p14:creationId xmlns:p14="http://schemas.microsoft.com/office/powerpoint/2010/main" val="1307553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2" y="620688"/>
            <a:ext cx="7056784" cy="576064"/>
          </a:xfrm>
        </p:spPr>
        <p:txBody>
          <a:bodyPr>
            <a:normAutofit/>
          </a:bodyPr>
          <a:lstStyle/>
          <a:p>
            <a:r>
              <a:rPr lang="pt-BR" sz="2600" dirty="0">
                <a:solidFill>
                  <a:srgbClr val="A48326"/>
                </a:solidFill>
                <a:latin typeface="Helvetica" pitchFamily="34" charset="0"/>
              </a:rPr>
              <a:t>Gestor DA – Validar solicitação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79A63A3-83FA-4480-A402-41C034034924}"/>
              </a:ext>
            </a:extLst>
          </p:cNvPr>
          <p:cNvSpPr txBox="1"/>
          <p:nvPr/>
        </p:nvSpPr>
        <p:spPr>
          <a:xfrm>
            <a:off x="683568" y="1700808"/>
            <a:ext cx="784887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000" dirty="0"/>
              <a:t>	 Nesta etapa o Gestor da Divisão Administrativa irá verificar a solicitação e quando de acordo, o movimento será inserido no sistema RM, caso não esteja, poderá ser cancelado </a:t>
            </a:r>
            <a:r>
              <a:rPr lang="pt-BR" sz="3000"/>
              <a:t>ou devolver </a:t>
            </a:r>
            <a:r>
              <a:rPr lang="pt-BR" sz="3000" dirty="0"/>
              <a:t>para que o solicitante efetue as correções necessárias. </a:t>
            </a:r>
          </a:p>
        </p:txBody>
      </p:sp>
    </p:spTree>
    <p:extLst>
      <p:ext uri="{BB962C8B-B14F-4D97-AF65-F5344CB8AC3E}">
        <p14:creationId xmlns:p14="http://schemas.microsoft.com/office/powerpoint/2010/main" val="31612586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Personalizada 2">
      <a:dk1>
        <a:sysClr val="windowText" lastClr="000000"/>
      </a:dk1>
      <a:lt1>
        <a:sysClr val="window" lastClr="FFFFFF"/>
      </a:lt1>
      <a:dk2>
        <a:srgbClr val="1F497D"/>
      </a:dk2>
      <a:lt2>
        <a:srgbClr val="FFFFFF"/>
      </a:lt2>
      <a:accent1>
        <a:srgbClr val="4F81BD"/>
      </a:accent1>
      <a:accent2>
        <a:srgbClr val="1F497D"/>
      </a:accent2>
      <a:accent3>
        <a:srgbClr val="8DB3E2"/>
      </a:accent3>
      <a:accent4>
        <a:srgbClr val="E36C09"/>
      </a:accent4>
      <a:accent5>
        <a:srgbClr val="FAC08F"/>
      </a:accent5>
      <a:accent6>
        <a:srgbClr val="F79646"/>
      </a:accent6>
      <a:hlink>
        <a:srgbClr val="8DB3E2"/>
      </a:hlink>
      <a:folHlink>
        <a:srgbClr val="548DD4"/>
      </a:folHlink>
    </a:clrScheme>
    <a:fontScheme name="executivos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99200897145E149B74E983814333612" ma:contentTypeVersion="4" ma:contentTypeDescription="Crie um novo documento." ma:contentTypeScope="" ma:versionID="3f3467af012b1d5993a5bb1a3a42a493">
  <xsd:schema xmlns:xsd="http://www.w3.org/2001/XMLSchema" xmlns:xs="http://www.w3.org/2001/XMLSchema" xmlns:p="http://schemas.microsoft.com/office/2006/metadata/properties" xmlns:ns2="d885478b-f22d-4d19-a775-a8723dc1337f" xmlns:ns3="45f96d23-d40b-4212-8da3-c017d2a6f7c3" targetNamespace="http://schemas.microsoft.com/office/2006/metadata/properties" ma:root="true" ma:fieldsID="b5f0560e8bb6d765e16a4fc320c2d2ed" ns2:_="" ns3:_="">
    <xsd:import namespace="d885478b-f22d-4d19-a775-a8723dc1337f"/>
    <xsd:import namespace="45f96d23-d40b-4212-8da3-c017d2a6f7c3"/>
    <xsd:element name="properties">
      <xsd:complexType>
        <xsd:sequence>
          <xsd:element name="documentManagement">
            <xsd:complexType>
              <xsd:all>
                <xsd:element ref="ns2:Objetivo" minOccurs="0"/>
                <xsd:element ref="ns3:Assunto" minOccurs="0"/>
                <xsd:element ref="ns3:Procediment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85478b-f22d-4d19-a775-a8723dc1337f" elementFormDefault="qualified">
    <xsd:import namespace="http://schemas.microsoft.com/office/2006/documentManagement/types"/>
    <xsd:import namespace="http://schemas.microsoft.com/office/infopath/2007/PartnerControls"/>
    <xsd:element name="Objetivo" ma:index="8" nillable="true" ma:displayName="Objetivo" ma:internalName="Objetivo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f96d23-d40b-4212-8da3-c017d2a6f7c3" elementFormDefault="qualified">
    <xsd:import namespace="http://schemas.microsoft.com/office/2006/documentManagement/types"/>
    <xsd:import namespace="http://schemas.microsoft.com/office/infopath/2007/PartnerControls"/>
    <xsd:element name="Assunto" ma:index="9" nillable="true" ma:displayName="Assunto" ma:default="-Escolha uma opção -" ma:format="Dropdown" ma:internalName="Assunto">
      <xsd:simpleType>
        <xsd:restriction base="dms:Choice">
          <xsd:enumeration value="-Escolha uma opção -"/>
          <xsd:enumeration value="Viagens"/>
          <xsd:enumeration value="Despesas"/>
          <xsd:enumeration value="Eventos"/>
          <xsd:enumeration value="Materiais e Serviços"/>
          <xsd:enumeration value="Modelos de documentos - Padrões gráficos"/>
          <xsd:enumeration value="Parecer legislativo"/>
          <xsd:enumeration value="RH"/>
          <xsd:enumeration value="Serviços Gerais"/>
          <xsd:enumeration value="Gestão de Processos"/>
          <xsd:enumeration value="Temas de Interesse do Comércio (TIC)"/>
        </xsd:restriction>
      </xsd:simpleType>
    </xsd:element>
    <xsd:element name="Procedimento" ma:index="10" nillable="true" ma:displayName="Procedimento Relacionado" ma:list="{1c273bb9-d6b2-4232-8f66-7ae9ab3ac7f6}" ma:internalName="Procedimento" ma:readOnly="false" ma:showField="LinkTitleNoMenu">
      <xsd:simpleType>
        <xsd:restriction base="dms:Lookup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Objetivo xmlns="d885478b-f22d-4d19-a775-a8723dc1337f">Apresentação de Power Point com slides personalizados CNC na cor branca.</Objetivo>
    <Assunto xmlns="45f96d23-d40b-4212-8da3-c017d2a6f7c3">Modelos de documentos - Padrões gráficos</Assunto>
    <Procedimento xmlns="45f96d23-d40b-4212-8da3-c017d2a6f7c3" xsi:nil="true"/>
  </documentManagement>
</p:properties>
</file>

<file path=customXml/itemProps1.xml><?xml version="1.0" encoding="utf-8"?>
<ds:datastoreItem xmlns:ds="http://schemas.openxmlformats.org/officeDocument/2006/customXml" ds:itemID="{C6EBFFE6-03E5-4FEC-833A-ADCD223D5C7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85478b-f22d-4d19-a775-a8723dc1337f"/>
    <ds:schemaRef ds:uri="45f96d23-d40b-4212-8da3-c017d2a6f7c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BD8799C-CBA0-43B6-B31C-584BCF8821B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D2DF0E0-0EA2-48B5-9DA2-3321820A21F2}">
  <ds:schemaRefs>
    <ds:schemaRef ds:uri="http://purl.org/dc/dcmitype/"/>
    <ds:schemaRef ds:uri="http://purl.org/dc/elements/1.1/"/>
    <ds:schemaRef ds:uri="http://schemas.microsoft.com/office/2006/metadata/properties"/>
    <ds:schemaRef ds:uri="d885478b-f22d-4d19-a775-a8723dc1337f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45f96d23-d40b-4212-8da3-c017d2a6f7c3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4852</TotalTime>
  <Words>219</Words>
  <Application>Microsoft Office PowerPoint</Application>
  <PresentationFormat>Apresentação na tela (4:3)</PresentationFormat>
  <Paragraphs>19</Paragraphs>
  <Slides>6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Arial</vt:lpstr>
      <vt:lpstr>Arial Narrow</vt:lpstr>
      <vt:lpstr>Calibri</vt:lpstr>
      <vt:lpstr>Helvetica</vt:lpstr>
      <vt:lpstr>Tema do Office</vt:lpstr>
      <vt:lpstr>Apresentação do PowerPoint</vt:lpstr>
      <vt:lpstr>Introdução</vt:lpstr>
      <vt:lpstr>Visão das etapas do processo</vt:lpstr>
      <vt:lpstr>Solicitante – Preencher formulário</vt:lpstr>
      <vt:lpstr>Gestor CC – Validar solicitação</vt:lpstr>
      <vt:lpstr>Gestor DA – Validar solicitação</vt:lpstr>
    </vt:vector>
  </TitlesOfParts>
  <Company>CNC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marcelovital</dc:creator>
  <cp:lastModifiedBy>Herick Vinícius João de Freitas</cp:lastModifiedBy>
  <cp:revision>531</cp:revision>
  <dcterms:created xsi:type="dcterms:W3CDTF">2011-09-23T12:02:13Z</dcterms:created>
  <dcterms:modified xsi:type="dcterms:W3CDTF">2021-03-24T22:36:59Z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0x010100499200897145E149B74E983814333612</vt:lpwstr>
  </property>
</Properties>
</file>